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6E2A-EA3B-8BE9-A8EC-19B00C7A2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26F70-B1BA-3A16-FA47-976B8FF69F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B1074-DFB0-8D99-AFAC-4A4B9861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51B15-D725-72DE-8F94-B41531772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2292F-3DA8-6ED5-25D5-E09B3EF8C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96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CC212-815F-2554-62EA-0DBD2B050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E5023-1990-F01A-E5AA-52B2901DB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A02A9-073A-C2F4-78FE-B868D8E51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B106D-A473-E072-28F6-07E25922A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6FE35-E5A0-6A76-BA4D-02935F619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73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D3679-0B78-7A80-E5D5-F97690EB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3BCFF-F3ED-E21F-F91E-A748DA2A1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50F9C-36BE-CCC3-9769-05EF87814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7775B-DE85-C86C-0784-33A62E799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1DEC0-BB30-D804-B6B0-9C7632BCC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96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004EE-0F0F-8E13-3171-FC010813C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CBFAA-B029-F09C-20E4-05CEE44D9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3DDC1-4A44-66CE-E151-8B2359DEF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1B508-3DD3-944B-A211-FF97EED4F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864CA-E2C2-5E6C-1365-F98C3FC01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5B41E-3EB9-3C55-6BC1-8A0A53AC4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38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6FB5-E7BD-6BC6-C33E-D29A0227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2819D-B576-5663-EAAA-A091A548D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00807-9B1D-6A37-B05F-F663937F5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C3CF6B-FF0A-C26E-2F4F-C46D10B83E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906CA0-F447-D67F-8FC7-6090D26046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CE4052-3F42-F086-D889-E604838D9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159475-E9A9-8D8B-384A-CADCBCB3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63B1B1-B006-9187-E0F0-A2DB8D9AB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23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35F4-7527-2A24-4920-811F8C72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051450-FE05-9D68-5308-78EE03412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E53DE-F60C-96AA-A6F9-C5BAA13AF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06A74-5046-E310-D540-F2147A999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480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1B7DF-4FDC-3085-5F92-A2F256847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46EC2-896B-923A-10C5-3242E6F91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99E64-D51D-50A9-C6E2-54E0B3F2C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767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14B6C-2B95-EF62-CEFC-C226D96DC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43C88-DD77-EBC3-7E00-573509CDF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78C24-BC9C-5C1C-D2D8-E16100295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78070-066C-4426-7296-200800D76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A0204-C984-E3CB-F323-C846716E9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C0164-03F2-E120-70B8-7685787DE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55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529-C67E-3819-B32F-3C0FE9A32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15FC03-5306-258C-FF13-162CD98CEC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56F10-B8EE-47F4-0625-08FECC7BA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058D3-6678-4D0D-71C6-EA1848EAC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A8AAD-E52D-A693-A025-8AF63158B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ED236-5CF2-4DC5-88E8-8380299A7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95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F89AC-D846-D2D3-59EC-CF068F0EA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5C958-B5E1-890F-932B-621A498AE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B4628-FCDE-C259-BA80-BEFD8B8D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D3711-967F-2479-B888-EF4262F32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6EEDC-D6FB-8EF7-DD38-AB4EF4A32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182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9A467A-3F41-91BE-FBD4-B9D383A8D3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1D63D-A0C0-CC1E-2A07-DE96354C8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D8D88-AAC2-04D0-44F8-3F22779C7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1C33E-7740-96D3-1DF4-907E5B320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3CA11-8171-1A9C-47B8-8BF36CD46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81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C59A36-BD6B-2E0C-6325-19325F68A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C8441-EDD5-830B-7BB3-0A56D2DA7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02B9E-9D82-9053-5F65-2BB9FCD84A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C6728-63A2-F08F-87F4-3C5DC5785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4CD6F-C93C-F99C-2230-F1F12297C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4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GlobalMart Supply Chain &amp; Business Performance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dirty="0"/>
              <a:t>Capstone Project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Prepared by: </a:t>
            </a:r>
            <a:r>
              <a:rPr lang="en-US" dirty="0"/>
              <a:t>Shuaib </a:t>
            </a:r>
            <a:r>
              <a:rPr dirty="0"/>
              <a:t>Shukurah Modupe</a:t>
            </a:r>
          </a:p>
          <a:p>
            <a:pPr>
              <a:defRPr sz="2000"/>
            </a:pPr>
            <a:r>
              <a:rPr dirty="0"/>
              <a:t>Tool: Microsoft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887" y="1433514"/>
            <a:ext cx="8072437" cy="4351338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dirty="0" err="1"/>
              <a:t>GlobalMart</a:t>
            </a:r>
            <a:r>
              <a:rPr dirty="0"/>
              <a:t> Ltd. experienced rapid growth but faced delivery delays, inventory imbalance, stagnant profit margins and limited visibility.</a:t>
            </a:r>
          </a:p>
          <a:p>
            <a:pPr marL="0" indent="0">
              <a:buNone/>
              <a:defRPr sz="2000"/>
            </a:pPr>
            <a:endParaRPr lang="en-US" dirty="0"/>
          </a:p>
          <a:p>
            <a:pPr marL="0" indent="0">
              <a:buNone/>
              <a:defRPr sz="2000"/>
            </a:pPr>
            <a:r>
              <a:rPr dirty="0"/>
              <a:t>Objectives:</a:t>
            </a:r>
          </a:p>
          <a:p>
            <a:pPr marL="0" indent="0">
              <a:buNone/>
              <a:defRPr sz="2000"/>
            </a:pPr>
            <a:r>
              <a:rPr dirty="0"/>
              <a:t>• Analyze supply chain performance</a:t>
            </a:r>
          </a:p>
          <a:p>
            <a:pPr marL="0" indent="0">
              <a:buNone/>
              <a:defRPr sz="2000"/>
            </a:pPr>
            <a:r>
              <a:rPr dirty="0"/>
              <a:t>• Evaluate profitability</a:t>
            </a:r>
          </a:p>
          <a:p>
            <a:pPr marL="0" indent="0">
              <a:buNone/>
              <a:defRPr sz="2000"/>
            </a:pPr>
            <a:r>
              <a:rPr dirty="0"/>
              <a:t>• Build interactive dashboards</a:t>
            </a:r>
          </a:p>
          <a:p>
            <a:pPr marL="0" indent="0">
              <a:buNone/>
              <a:defRPr sz="2000"/>
            </a:pPr>
            <a:r>
              <a:rPr dirty="0"/>
              <a:t>• Provide actionable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• Removed duplicates</a:t>
            </a:r>
          </a:p>
          <a:p>
            <a:pPr marL="0" indent="0">
              <a:buNone/>
              <a:defRPr sz="2000"/>
            </a:pPr>
            <a:r>
              <a:rPr dirty="0"/>
              <a:t>• Checked missing values</a:t>
            </a:r>
          </a:p>
          <a:p>
            <a:pPr marL="0" indent="0">
              <a:buNone/>
              <a:defRPr sz="2000"/>
            </a:pPr>
            <a:r>
              <a:rPr dirty="0"/>
              <a:t>• Corrected data types</a:t>
            </a:r>
          </a:p>
          <a:p>
            <a:pPr marL="0" indent="0">
              <a:buNone/>
              <a:defRPr sz="2000"/>
            </a:pPr>
            <a:r>
              <a:rPr dirty="0"/>
              <a:t>• Standardized text values</a:t>
            </a:r>
          </a:p>
          <a:p>
            <a:pPr marL="0" indent="0">
              <a:buNone/>
              <a:defRPr sz="2000"/>
            </a:pPr>
            <a:r>
              <a:rPr dirty="0"/>
              <a:t>• Created: Days to Ship, Is Late, Damaged Rate, Order Month, Order Year</a:t>
            </a:r>
            <a:endParaRPr lang="en-US" dirty="0"/>
          </a:p>
          <a:p>
            <a:pPr marL="0" indent="0">
              <a:buNone/>
              <a:defRPr sz="2000"/>
            </a:pPr>
            <a:r>
              <a:rPr lang="en-US" dirty="0"/>
              <a:t>• Tools: Power Query, DAX,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Supply Chain Operations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Key Insights:</a:t>
            </a:r>
          </a:p>
          <a:p>
            <a:pPr marL="0" indent="0">
              <a:buNone/>
              <a:defRPr sz="2000"/>
            </a:pPr>
            <a:r>
              <a:rPr dirty="0"/>
              <a:t>• Supplier delivery performance varies.</a:t>
            </a:r>
          </a:p>
          <a:p>
            <a:pPr marL="0" indent="0">
              <a:buNone/>
              <a:defRPr sz="2000"/>
            </a:pPr>
            <a:r>
              <a:rPr dirty="0"/>
              <a:t>• Shipping mode affects on-time delivery.</a:t>
            </a:r>
          </a:p>
          <a:p>
            <a:pPr marL="0" indent="0">
              <a:buNone/>
              <a:defRPr sz="2000"/>
            </a:pPr>
            <a:r>
              <a:rPr dirty="0"/>
              <a:t>• Damaged goods differ by category.</a:t>
            </a:r>
          </a:p>
          <a:p>
            <a:pPr marL="0" indent="0">
              <a:buNone/>
              <a:defRPr sz="2000"/>
            </a:pPr>
            <a:r>
              <a:rPr dirty="0"/>
              <a:t>• Inventory optimization opportunities exist.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6631BB-4604-E640-840D-B5830D987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24" y="3683344"/>
            <a:ext cx="6715714" cy="24936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Performance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Key Insights:</a:t>
            </a:r>
          </a:p>
          <a:p>
            <a:pPr marL="0" indent="0">
              <a:buNone/>
              <a:defRPr sz="2000"/>
            </a:pPr>
            <a:r>
              <a:rPr dirty="0"/>
              <a:t>• Revenue varies by category.</a:t>
            </a:r>
          </a:p>
          <a:p>
            <a:pPr marL="0" indent="0">
              <a:buNone/>
              <a:defRPr sz="2000"/>
            </a:pPr>
            <a:r>
              <a:rPr dirty="0"/>
              <a:t>• Regional profit differs.</a:t>
            </a:r>
          </a:p>
          <a:p>
            <a:pPr marL="0" indent="0">
              <a:buNone/>
              <a:defRPr sz="2000"/>
            </a:pPr>
            <a:r>
              <a:rPr dirty="0"/>
              <a:t>• Monthly revenue trend shows performance.</a:t>
            </a:r>
          </a:p>
          <a:p>
            <a:pPr marL="0" indent="0">
              <a:buNone/>
              <a:defRPr sz="2000"/>
            </a:pPr>
            <a:r>
              <a:rPr dirty="0"/>
              <a:t>• Top products drive most revenue.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7D1CE2-B69D-08DD-D37C-0325D2083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62" y="3684811"/>
            <a:ext cx="7773800" cy="30446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• Improve supplier performance.</a:t>
            </a:r>
          </a:p>
          <a:p>
            <a:pPr marL="0" indent="0">
              <a:buNone/>
              <a:defRPr sz="2000"/>
            </a:pPr>
            <a:r>
              <a:rPr dirty="0"/>
              <a:t>• Prioritize efficient shipping modes.</a:t>
            </a:r>
          </a:p>
          <a:p>
            <a:pPr marL="0" indent="0">
              <a:buNone/>
              <a:defRPr sz="2000"/>
            </a:pPr>
            <a:r>
              <a:rPr dirty="0"/>
              <a:t>• Reduce damaged goods.</a:t>
            </a:r>
          </a:p>
          <a:p>
            <a:pPr marL="0" indent="0">
              <a:buNone/>
              <a:defRPr sz="2000"/>
            </a:pPr>
            <a:r>
              <a:rPr dirty="0"/>
              <a:t>• Optimize inventory.</a:t>
            </a:r>
          </a:p>
          <a:p>
            <a:pPr marL="0" indent="0">
              <a:buNone/>
              <a:defRPr sz="2000"/>
            </a:pPr>
            <a:r>
              <a:rPr dirty="0"/>
              <a:t>• Focus on high-performing products and regions.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dashboards transform operational data into actionable insights that support better supply chain and business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217</Words>
  <Application>Microsoft Office PowerPoint</Application>
  <PresentationFormat>On-screen Show (4:3)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GlobalMart Supply Chain &amp; Business Performance Analytics</vt:lpstr>
      <vt:lpstr>Project Overview</vt:lpstr>
      <vt:lpstr>Data Preparation</vt:lpstr>
      <vt:lpstr>Supply Chain Operations Dashboard</vt:lpstr>
      <vt:lpstr>Business Performance Dashboard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Shuaib Shukurah Modupe</cp:lastModifiedBy>
  <cp:revision>12</cp:revision>
  <dcterms:created xsi:type="dcterms:W3CDTF">2013-01-27T09:14:16Z</dcterms:created>
  <dcterms:modified xsi:type="dcterms:W3CDTF">2026-07-21T15:38:32Z</dcterms:modified>
  <cp:category/>
</cp:coreProperties>
</file>